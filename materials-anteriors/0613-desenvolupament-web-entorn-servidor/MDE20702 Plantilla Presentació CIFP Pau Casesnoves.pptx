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3"/>
    <p:sldMasterId id="2147483685" r:id="rId4"/>
    <p:sldMasterId id="2147483686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embeddedFontLst>
    <p:embeddedFont>
      <p:font typeface="Poppins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oppins-bold.fntdata"/><Relationship Id="rId10" Type="http://schemas.openxmlformats.org/officeDocument/2006/relationships/font" Target="fonts/Poppins-regular.fntdata"/><Relationship Id="rId13" Type="http://schemas.openxmlformats.org/officeDocument/2006/relationships/font" Target="fonts/Poppins-boldItalic.fntdata"/><Relationship Id="rId12" Type="http://schemas.openxmlformats.org/officeDocument/2006/relationships/font" Target="fonts/Poppins-italic.fntdata"/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5"/>
          <p:cNvSpPr txBox="1"/>
          <p:nvPr>
            <p:ph idx="1"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2"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/>
          <p:nvPr>
            <p:ph idx="1"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8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2"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3"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"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3"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3"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1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1"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2"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2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2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3"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4"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2"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3"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4"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5"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6"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2"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idx="1"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1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2"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3"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"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2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3"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3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3"/>
          <p:cNvSpPr txBox="1"/>
          <p:nvPr>
            <p:ph idx="3"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4"/>
          <p:cNvSpPr txBox="1"/>
          <p:nvPr>
            <p:ph idx="1"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4"/>
          <p:cNvSpPr txBox="1"/>
          <p:nvPr>
            <p:ph idx="2"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3"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4"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6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6"/>
          <p:cNvSpPr txBox="1"/>
          <p:nvPr>
            <p:ph idx="1"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6"/>
          <p:cNvSpPr txBox="1"/>
          <p:nvPr>
            <p:ph idx="2"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6"/>
          <p:cNvSpPr txBox="1"/>
          <p:nvPr>
            <p:ph idx="3"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4"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6"/>
          <p:cNvSpPr txBox="1"/>
          <p:nvPr>
            <p:ph idx="5"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6"/>
          <p:cNvSpPr txBox="1"/>
          <p:nvPr>
            <p:ph idx="6"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8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8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0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0"/>
          <p:cNvSpPr txBox="1"/>
          <p:nvPr>
            <p:ph idx="1"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1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1"/>
          <p:cNvSpPr txBox="1"/>
          <p:nvPr>
            <p:ph idx="1"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31"/>
          <p:cNvSpPr txBox="1"/>
          <p:nvPr>
            <p:ph idx="2"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2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3"/>
          <p:cNvSpPr txBox="1"/>
          <p:nvPr>
            <p:ph idx="1"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4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4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4"/>
          <p:cNvSpPr txBox="1"/>
          <p:nvPr>
            <p:ph idx="2"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4"/>
          <p:cNvSpPr txBox="1"/>
          <p:nvPr>
            <p:ph idx="3"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5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5"/>
          <p:cNvSpPr txBox="1"/>
          <p:nvPr>
            <p:ph idx="1"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5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5"/>
          <p:cNvSpPr txBox="1"/>
          <p:nvPr>
            <p:ph idx="3"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6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6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6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6"/>
          <p:cNvSpPr txBox="1"/>
          <p:nvPr>
            <p:ph idx="3"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7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37"/>
          <p:cNvSpPr txBox="1"/>
          <p:nvPr>
            <p:ph idx="1"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7"/>
          <p:cNvSpPr txBox="1"/>
          <p:nvPr>
            <p:ph idx="2"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8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8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8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8"/>
          <p:cNvSpPr txBox="1"/>
          <p:nvPr>
            <p:ph idx="3"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8"/>
          <p:cNvSpPr txBox="1"/>
          <p:nvPr>
            <p:ph idx="4"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9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9"/>
          <p:cNvSpPr txBox="1"/>
          <p:nvPr>
            <p:ph idx="1"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9"/>
          <p:cNvSpPr txBox="1"/>
          <p:nvPr>
            <p:ph idx="2"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9"/>
          <p:cNvSpPr txBox="1"/>
          <p:nvPr>
            <p:ph idx="3"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9"/>
          <p:cNvSpPr txBox="1"/>
          <p:nvPr>
            <p:ph idx="4"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9"/>
          <p:cNvSpPr txBox="1"/>
          <p:nvPr>
            <p:ph idx="5"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39"/>
          <p:cNvSpPr txBox="1"/>
          <p:nvPr>
            <p:ph idx="6"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sz="100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sz="100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sz="100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sz="100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sz="100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sz="100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sz="100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sz="100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sz="100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1" name="Google Shape;111;p27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2" name="Google Shape;112;p27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sz="100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sz="100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sz="100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sz="100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sz="100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sz="100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sz="100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sz="100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sz="100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0"/>
          <p:cNvSpPr txBox="1"/>
          <p:nvPr/>
        </p:nvSpPr>
        <p:spPr>
          <a:xfrm>
            <a:off x="4613760" y="973080"/>
            <a:ext cx="4065840" cy="234864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0" y="236520"/>
            <a:ext cx="4705560" cy="470556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40"/>
          <p:cNvSpPr txBox="1"/>
          <p:nvPr/>
        </p:nvSpPr>
        <p:spPr>
          <a:xfrm>
            <a:off x="1816920" y="3606960"/>
            <a:ext cx="69390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175F16"/>
                </a:solidFill>
                <a:latin typeface="Poppins"/>
                <a:ea typeface="Poppins"/>
                <a:cs typeface="Poppins"/>
                <a:sym typeface="Poppins"/>
              </a:rPr>
              <a:t>CIFP Pau Casesnoves</a:t>
            </a:r>
            <a:endParaRPr b="0" sz="3600" strike="noStrike">
              <a:solidFill>
                <a:srgbClr val="175F1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2CD33"/>
                </a:solidFill>
                <a:latin typeface="Poppins"/>
                <a:ea typeface="Poppins"/>
                <a:cs typeface="Poppins"/>
                <a:sym typeface="Poppins"/>
              </a:rPr>
              <a:t>www.paucasesnovescifp.cat</a:t>
            </a:r>
            <a:endParaRPr sz="1600">
              <a:solidFill>
                <a:srgbClr val="32CD3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1"/>
          <p:cNvSpPr txBox="1"/>
          <p:nvPr/>
        </p:nvSpPr>
        <p:spPr>
          <a:xfrm>
            <a:off x="311760" y="555480"/>
            <a:ext cx="8457840" cy="7552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1"/>
          <p:cNvSpPr txBox="1"/>
          <p:nvPr/>
        </p:nvSpPr>
        <p:spPr>
          <a:xfrm>
            <a:off x="311760" y="1389600"/>
            <a:ext cx="5741640" cy="3179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0680" y="1389600"/>
            <a:ext cx="3179160" cy="3179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2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2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74880" y="3274560"/>
            <a:ext cx="1868760" cy="1868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